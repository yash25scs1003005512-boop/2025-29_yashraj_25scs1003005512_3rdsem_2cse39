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788920" cy="6693408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1600200" cy="1574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37560" y="68580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264E"/>
                </a:solidFill>
                <a:latin typeface="Aptos Display"/>
              </a:defRPr>
            </a:pPr>
            <a: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264E"/>
                </a:solidFill>
                <a:latin typeface="Aptos Display"/>
              </a:defRPr>
            </a:pPr>
            <a:r>
              <a:t>WEB DEVELOPMENT</a:t>
            </a:r>
            <a:br/>
            <a:r>
              <a:t>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2" y="2514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1202A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154680"/>
            <a:ext cx="365760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3154680"/>
            <a:ext cx="73152" cy="214884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3319272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Student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1304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Name: Yash Raj</a:t>
            </a:r>
            <a:br/>
            <a:r>
              <a:t>Roll No.: 25SCS1003005512</a:t>
            </a:r>
            <a:br/>
            <a:r>
              <a:t>Program: B.Tech CSE</a:t>
            </a:r>
            <a:br/>
            <a:r>
              <a:t>Specialisation: Cloud Computing</a:t>
            </a:r>
            <a:br/>
            <a:r>
              <a:t>Semester: 3rd Semester</a:t>
            </a:r>
            <a:br/>
            <a:r>
              <a:t>Academic Year: 2026–27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154680"/>
            <a:ext cx="37947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23760" y="3154680"/>
            <a:ext cx="73152" cy="2148840"/>
          </a:xfrm>
          <a:prstGeom prst="rect">
            <a:avLst/>
          </a:prstGeom>
          <a:solidFill>
            <a:srgbClr val="B1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3319272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Internship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813048"/>
            <a:ext cx="33832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rPr dirty="0"/>
              <a:t>Domain: Web Development</a:t>
            </a:r>
            <a:br>
              <a:rPr dirty="0"/>
            </a:br>
            <a:r>
              <a:rPr dirty="0"/>
              <a:t>Duration: </a:t>
            </a:r>
            <a:r>
              <a:rPr lang="en-US" dirty="0"/>
              <a:t>01</a:t>
            </a:r>
            <a:r>
              <a:rPr dirty="0"/>
              <a:t> </a:t>
            </a:r>
            <a:r>
              <a:rPr lang="en-US" dirty="0"/>
              <a:t>August</a:t>
            </a:r>
            <a:r>
              <a:rPr dirty="0"/>
              <a:t> 2026 – </a:t>
            </a:r>
            <a:r>
              <a:rPr lang="en-US" dirty="0"/>
              <a:t>01</a:t>
            </a:r>
            <a:r>
              <a:rPr dirty="0"/>
              <a:t> </a:t>
            </a:r>
            <a:r>
              <a:rPr lang="en-US" dirty="0"/>
              <a:t>September</a:t>
            </a:r>
            <a:r>
              <a:rPr dirty="0"/>
              <a:t> 2026</a:t>
            </a:r>
            <a:br>
              <a:rPr dirty="0"/>
            </a:br>
            <a:r>
              <a:rPr dirty="0"/>
              <a:t>Projects Completed: 5</a:t>
            </a:r>
            <a:br>
              <a:rPr dirty="0"/>
            </a:br>
            <a:r>
              <a:rPr dirty="0"/>
              <a:t>Focus: Responsive &amp; Interactive Web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33756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73152" cy="141732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75688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Web Development Intern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417320"/>
            <a:ext cx="333756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1417320"/>
            <a:ext cx="73152" cy="141732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75688"/>
            <a:ext cx="29260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01 August </a:t>
            </a:r>
            <a:r>
              <a:rPr dirty="0"/>
              <a:t>2026 – </a:t>
            </a:r>
            <a:r>
              <a:rPr lang="en-US" dirty="0"/>
              <a:t> 01 September</a:t>
            </a:r>
            <a:r>
              <a:rPr dirty="0"/>
              <a:t>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50749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73152" cy="18288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1927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13048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Practical web development using HTML, CSS and JavaScript, with a focus on responsive and interactive web applications and basic API integration.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154680"/>
            <a:ext cx="516636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3154680"/>
            <a:ext cx="73152" cy="18288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31927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Work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13048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Five web projects were developed during the internship, covering responsive design, JavaScript-based applications, games, portfolio development and weather data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784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Gain practical experience in front-end web development.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Strengthen understanding of HTML, CSS and JavaScript.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Build responsive and user-friendly web pages.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Implement interactive functionality using JavaScript.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Understand basic API integration through a weather application.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Improve problem-solving, debugging and project-building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TECHNOLOGIES &amp; TOOLS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Front-end structure for web pages and application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Styling, layout, responsiveness and visual presentation.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Client-side interactivity, application logic and dynamic </a:t>
            </a:r>
            <a:r>
              <a:rPr dirty="0" err="1"/>
              <a:t>behaviour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2278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VS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216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Primary code editor used to develop and debug projects.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06324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06324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2278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216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Repository management and versioned project 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383280" cy="13716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063240"/>
            <a:ext cx="73152" cy="13716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2278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Weather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216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 integration for retrieving weather information.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709160"/>
            <a:ext cx="3383280" cy="100584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4709160"/>
            <a:ext cx="73152" cy="100584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487375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Canva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367528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Used for presentation and visual design work.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709160"/>
            <a:ext cx="3383280" cy="100584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4709160"/>
            <a:ext cx="73152" cy="100584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87375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MS Office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67528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MS Word, PowerPoint and Excel used for documentation and presentation work.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PROJECTS COMPLETED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640080" cy="438912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533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Aptos Display"/>
              </a:defRPr>
            </a:pPr>
            <a:r>
              <a:t>Responsive Landing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640080" cy="438912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77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Aptos Display"/>
              </a:defRPr>
            </a:pPr>
            <a:r>
              <a:t>Stopwatch Web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640080" cy="438912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821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Aptos Display"/>
              </a:defRPr>
            </a:pPr>
            <a:r>
              <a:t>Tic-Tac-Toe Web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640080" cy="438912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965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Aptos Display"/>
              </a:defRPr>
            </a:pPr>
            <a:r>
              <a:t>Personal Portfolio Website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640080" cy="438912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109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Aptos Display"/>
              </a:defRPr>
            </a:pPr>
            <a:r>
              <a:t>Weather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RESPONSIVE LANDING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Designed a responsive landing page using HTML, CSS and JavaScript.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Included navigation and multiple content sections.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Focused on a clean, user-friendly layout.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Made the page adaptable to different screen sizes.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b="1"/>
              <a:t>• Tools &amp; Languages Used: </a:t>
            </a:r>
            <a:r>
              <a:t>HTML5, CSS3, JavaScript, VS Code,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5166360"/>
            <a:ext cx="1234440" cy="640080"/>
          </a:xfrm>
          <a:prstGeom prst="roundRect">
            <a:avLst/>
          </a:prstGeom>
          <a:solidFill>
            <a:srgbClr val="F1F6FC"/>
          </a:solidFill>
          <a:ln>
            <a:solidFill>
              <a:srgbClr val="1F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64E"/>
                </a:solidFill>
              </a:defRPr>
            </a:pPr>
            <a:r>
              <a:t>PROJECT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STOPWATCH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Developed an interactive stopwatch using JavaScript.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Implemented Start, Stop, Reset and Lap functionality.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Used JavaScript timing and event handling.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Improved understanding of interactive web application logic.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b="1"/>
              <a:t>• Tools &amp; Languages Used: </a:t>
            </a:r>
            <a:r>
              <a:t>HTML5, CSS3, JavaScript, VS Code,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5166360"/>
            <a:ext cx="1234440" cy="640080"/>
          </a:xfrm>
          <a:prstGeom prst="roundRect">
            <a:avLst/>
          </a:prstGeom>
          <a:solidFill>
            <a:srgbClr val="F1F6FC"/>
          </a:solidFill>
          <a:ln>
            <a:solidFill>
              <a:srgbClr val="1F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64E"/>
                </a:solidFill>
              </a:defRPr>
            </a:pPr>
            <a:r>
              <a:t>PROJECT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TIC-TAC-TOE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Created an interactive Tic-Tac-Toe game using HTML, CSS and JavaScript.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Implemented turn-based game logic.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Added winner checking and game reset functionality.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Focused on simple and engaging user interaction.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b="1"/>
              <a:t>• Tools &amp; Languages Used: </a:t>
            </a:r>
            <a:r>
              <a:t>HTML5, CSS3, JavaScript, VS Code,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5166360"/>
            <a:ext cx="1234440" cy="640080"/>
          </a:xfrm>
          <a:prstGeom prst="roundRect">
            <a:avLst/>
          </a:prstGeom>
          <a:solidFill>
            <a:srgbClr val="F1F6FC"/>
          </a:solidFill>
          <a:ln>
            <a:solidFill>
              <a:srgbClr val="1F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64E"/>
                </a:solidFill>
              </a:defRPr>
            </a:pPr>
            <a:r>
              <a:t>PROJECT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PERSONAL PORTFOLIO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Designed a personal portfolio website using HTML, CSS and JavaScript.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Included About, Skills, Projects, Education and Contact sections.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Added responsive navigation and interactive page behaviour.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Created the portfolio to present academic and technical work professionally.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b="1"/>
              <a:t>• Tools &amp; Languages Used: </a:t>
            </a:r>
            <a:r>
              <a:t>HTML5, CSS3, JavaScript, VS Code, GitHub, Canva.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5166360"/>
            <a:ext cx="1234440" cy="640080"/>
          </a:xfrm>
          <a:prstGeom prst="roundRect">
            <a:avLst/>
          </a:prstGeom>
          <a:solidFill>
            <a:srgbClr val="F1F6FC"/>
          </a:solidFill>
          <a:ln>
            <a:solidFill>
              <a:srgbClr val="1F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64E"/>
                </a:solidFill>
              </a:defRPr>
            </a:pPr>
            <a:r>
              <a:t>PROJECT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WEATHER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Developed a weather application using a Weather API.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Allows users to search for weather by city.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Displays current weather information such as temperature and conditions.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Practised basic API integration and dynamic data display.</a:t>
            </a:r>
          </a:p>
          <a:p>
            <a:pPr>
              <a:spcAft>
                <a:spcPts val="13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b="1"/>
              <a:t>• Tools &amp; Languages Used: </a:t>
            </a:r>
            <a:r>
              <a:t>HTML5, CSS3, JavaScript, Weather API, VS Code,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5166360"/>
            <a:ext cx="1234440" cy="640080"/>
          </a:xfrm>
          <a:prstGeom prst="roundRect">
            <a:avLst/>
          </a:prstGeom>
          <a:solidFill>
            <a:srgbClr val="F1F6FC"/>
          </a:solidFill>
          <a:ln>
            <a:solidFill>
              <a:srgbClr val="1F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64E"/>
                </a:solidFill>
              </a:defRPr>
            </a:pPr>
            <a:r>
              <a:t>PROJECT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KEY LEARNINGS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Improved practical skills in HTML, CSS and JavaScript.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Learned to create responsive and interactive web pages.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Understood JavaScript logic, events and application behaviour.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Gained basic experience with API integration through the Weather Application.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Practised using GitHub for project repositories and versioned work.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Improved debugging, problem-solving and confidence in web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INTERNSHIP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0292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73152" cy="18288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Technical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21408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internship strengthened my practical understanding of front-end development and helped me apply HTML, CSS and JavaScript to real project-based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0292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182880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27632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Professional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21408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Working through multiple projects improved my ability to plan, build, test and refine web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1046988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3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73152" cy="1645920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1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264E"/>
                </a:solidFill>
                <a:latin typeface="Aptos Display"/>
              </a:defRPr>
            </a:pPr>
            <a:r>
              <a:t>Overall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internship provided valuable hands-on exposure to web development and strengthened my foundation for further learning in full-stack development, Cloud Computing, DevOps and modern technologies.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417320"/>
            <a:ext cx="9326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BE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nternship Certific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273" y="1645920"/>
            <a:ext cx="4784574" cy="3383280"/>
          </a:xfrm>
          <a:prstGeom prst="rect">
            <a:avLst/>
          </a:prstGeom>
          <a:ln w="9525">
            <a:solidFill>
              <a:srgbClr val="BEC6D2"/>
            </a:solidFill>
          </a:ln>
          <a:effectLst>
            <a:outerShdw blurRad="90000" dist="30000" dir="5400000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50040" y="164592"/>
            <a:ext cx="438912" cy="669340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73952"/>
            <a:ext cx="10927080" cy="13716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264E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24712"/>
            <a:ext cx="2011680" cy="41148"/>
          </a:xfrm>
          <a:prstGeom prst="rect">
            <a:avLst/>
          </a:prstGeom>
          <a:solidFill>
            <a:srgbClr val="1F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A264E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Yash Raj</a:t>
            </a:r>
          </a:p>
          <a:p>
            <a:r>
              <a:t>B.Tech CSE • Cloud Computing Specialisation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187"/>
                </a:solidFill>
                <a:latin typeface="Aptos"/>
              </a:defRPr>
            </a:pPr>
            <a:r>
              <a:t>Web Development Internship • Yash Raj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82528" y="6382512"/>
            <a:ext cx="457200" cy="274320"/>
          </a:xfrm>
          <a:prstGeom prst="roundRect">
            <a:avLst/>
          </a:prstGeom>
          <a:solidFill>
            <a:srgbClr val="0A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876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Anand Raj</cp:lastModifiedBy>
  <cp:revision>3</cp:revision>
  <dcterms:created xsi:type="dcterms:W3CDTF">2013-01-27T09:14:16Z</dcterms:created>
  <dcterms:modified xsi:type="dcterms:W3CDTF">2026-09-10T19:59:55Z</dcterms:modified>
  <cp:category/>
</cp:coreProperties>
</file>